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DOGGO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DB6A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Journeys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paths through the same platform.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community thesis.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builds trust. Trust enables care.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Doggo Thesis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ownership is the most natural social connector in a city. Doggo turns that into a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23774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011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5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 at the park.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faces.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651760"/>
            <a:ext cx="320040" cy="320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0" y="1737360"/>
            <a:ext cx="2560320" cy="23774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011680"/>
            <a:ext cx="640080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5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3657600" y="3154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relationships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repeated contact.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65176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1737360"/>
            <a:ext cx="2560320" cy="23774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011680"/>
            <a:ext cx="640080" cy="6400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093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5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6492240" y="3154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people you know.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rates. No favors.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9" name="Text 12"/>
          <p:cNvSpPr/>
          <p:nvPr/>
        </p:nvSpPr>
        <p:spPr>
          <a:xfrm>
            <a:off x="822960" y="4389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journeys show how different people experience this funnel — and why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are the connective tissue. Every user enters through one of three doors.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108960"/>
          </a:xfrm>
          <a:prstGeom prst="rect">
            <a:avLst/>
          </a:prstGeom>
          <a:solidFill>
            <a:srgbClr val="3D444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828800"/>
            <a:ext cx="822960" cy="822960"/>
          </a:xfrm>
          <a:prstGeom prst="ellipse">
            <a:avLst/>
          </a:prstGeom>
          <a:solidFill>
            <a:srgbClr val="0D737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9659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Park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groups for every major dog park. Open, no admin, anyone posts a walk. The lowest-barrier entry point.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 |  Open  |  Auto-generated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74720" y="1554480"/>
            <a:ext cx="2560320" cy="3108960"/>
          </a:xfrm>
          <a:prstGeom prst="rect">
            <a:avLst/>
          </a:prstGeom>
          <a:solidFill>
            <a:srgbClr val="3D444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554480"/>
            <a:ext cx="2560320" cy="54864"/>
          </a:xfrm>
          <a:prstGeom prst="rect">
            <a:avLst/>
          </a:prstGeom>
          <a:solidFill>
            <a:srgbClr val="4DB6AC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1828800"/>
            <a:ext cx="822960" cy="822960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659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People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65760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circles, breed groups, activity crews. Small, trusted, high-utility. Where mutual aid lives.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1188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Small-Medium  |  Private  |  User-created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309360" y="1554480"/>
            <a:ext cx="2560320" cy="3108960"/>
          </a:xfrm>
          <a:prstGeom prst="rect">
            <a:avLst/>
          </a:prstGeom>
          <a:solidFill>
            <a:srgbClr val="3D444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1554480"/>
            <a:ext cx="2560320" cy="54864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0" name="Shape 16"/>
          <p:cNvSpPr/>
          <p:nvPr/>
        </p:nvSpPr>
        <p:spPr>
          <a:xfrm>
            <a:off x="7178040" y="1828800"/>
            <a:ext cx="822960" cy="82296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96596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788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Help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49224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Provider-run groups with booking CTAs on meets. Your walker's schedule, your trainer's sessions. Community-wrapped service.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4652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|  Open or Private  |  Provider-created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Tereza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owner who builds a neighborhood care network through walks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Owner → Connector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Zero → barely turned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" y="160020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914400" y="12344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 regular walk nearby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152704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the auto-generated "Riegrovy Sady Dog Walks" park group. Shows up to a Thursday walk. Marks two attendees as Familiar.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" y="237744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914400" y="20116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 a smaller crew from regulars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230428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the same faces weekly. Creates a private group — "Vinohrady Evening Walkers" — and invites five people she’s met at the park.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" y="315468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14400" y="2788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a neighbor when life happens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08152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grows to eight. Marek goes away for a weekend — Tereza watches his dog. Then another neighbor asks. She’s becoming the default backup.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611880"/>
            <a:ext cx="292608" cy="29260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4400" y="3566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it fair without awkwardness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385876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dog sitting with a modest rate. Not for income — because a posted rate makes expectations clear. The booking system protects the friendships.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group → neighborhood group → casual care. The platform didn’t push her to become a provider. The social dynamics did.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C6B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rescue owner who finds support, confidence, and eventually a trainer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Occasional-Need → Regular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Zero (stays there)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" y="160020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914400" y="12344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safe socialization for a reactive dog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152704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groups feel too chaotic. Finds "Prague Reactive Dog Support" — a private interest group. Requests to join. Gets accepted.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292608" cy="292608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" y="237744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914400" y="20116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what a meet looks like before committing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230428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Lurks for two weeks. Sees photos from a small, calm meet — four dogs, plenty of space. Signs up. It goes well. Marks two people as Familiar.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92608" cy="292608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" y="315468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14400" y="2788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support network around a shared challenge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08152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Attends bi-weekly meets. Connects with three members. Shares photos to the group (never his profile — Locked, prefers group privacy).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611880"/>
            <a:ext cx="292608" cy="292608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4400" y="3566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professional help from someone he already trusts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385876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Connected friend, Klára, is also a trainer. Joins her service group. Books a session through the meet CTA. Trust was already built.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group → trust → care booking. He never used a park group. His entire experience was built around a specific need.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8A6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Klára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trainer who builds a client base through community groups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Provider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High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" y="160020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914400" y="12344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service channel that doesn’t feel like advertising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152704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open service group with training meets — 4 spots, 350 Kč, booking CTA attached. Also joins a park group as a regular owner with her own dog.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292608" cy="29260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" y="237744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914400" y="20116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organic connections drive client discovery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230428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park group regulars connect with her. They see her services on her profile. Two join her service group and book sessions.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92608" cy="29260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" y="315468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14400" y="2788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shared content as social proof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08152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members, two sessions a week. Members share photos from training — real dogs in real sessions. New visitors see the value and book.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611880"/>
            <a:ext cx="292608" cy="29260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4400" y="3566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practice through the platform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385876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dog walking, hires an assistant, creates a second service group. Groups are her primary client channel — real community, not ads.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groups as community-wrapped business. The booking CTAs are commerce — but the meets, photos, and relationships are real.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6A6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Tomáš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058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Newcomer who uses groups purely for coordination and emergency care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92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Seeker → Regular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612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dial: Zero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6350">
            <a:solidFill>
              <a:srgbClr val="B2BEC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" y="160020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914400" y="12344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parks and walks in an unfamiliar city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152704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moved to Prague. Joins "Karlín Walks" and "Vítkov Park Dogs" (auto-generated park groups). Goes to a morning walk.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292608" cy="29260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" y="237744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914400" y="20116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recognizing faces and building a network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230428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meets across two parks. Connects with Petra. She invites him to "Karlín Dog Neighbors" — a small private group for his block.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834640"/>
            <a:ext cx="292608" cy="29260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" y="3154680"/>
            <a:ext cx="0" cy="457200"/>
          </a:xfrm>
          <a:prstGeom prst="line">
            <a:avLst/>
          </a:prstGeom>
          <a:noFill/>
          <a:ln w="12700">
            <a:solidFill>
              <a:srgbClr val="B2BEC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14400" y="27889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emergency help from people who know his dog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14400" y="308152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 fly home for a family emergency. Posts in the neighborhood group. Two responses in an hour. Books Petra through the app — she already knows Hugo.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3611880"/>
            <a:ext cx="292608" cy="292608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4400" y="3566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embedded without creating content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14400" y="385876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 two park groups, active in the neighborhood group, connected with a dozen people. Never posted a photo. Never turned the provider dial. Pure utility.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groups for discovery, neighborhood group for belonging, care booking for emergencies. No content creation needed — still enormous value.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Journeys Connect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aren’t four separate products. They’re four experiences of the same platform.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18488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856232"/>
            <a:ext cx="0" cy="384048"/>
          </a:xfrm>
          <a:prstGeom prst="line">
            <a:avLst/>
          </a:prstGeom>
          <a:noFill/>
          <a:ln w="19050">
            <a:solidFill>
              <a:srgbClr val="4DB6A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books Klára’s training sessions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built in a shared interest group leads to a service booking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2587752"/>
            <a:ext cx="0" cy="384048"/>
          </a:xfrm>
          <a:prstGeom prst="line">
            <a:avLst/>
          </a:prstGeom>
          <a:noFill/>
          <a:ln w="19050">
            <a:solidFill>
              <a:srgbClr val="4DB6A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2240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Tomáš books Petra from his neighborhood group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560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care from someone who already knows his dog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81528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3319272"/>
            <a:ext cx="0" cy="384048"/>
          </a:xfrm>
          <a:prstGeom prst="line">
            <a:avLst/>
          </a:prstGeom>
          <a:noFill/>
          <a:ln w="19050">
            <a:solidFill>
              <a:srgbClr val="4DB6A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51560" y="29718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Tereza’s neighborhood group mirrors Tomáš’s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different neighborhood — the model scales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201168" cy="20116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703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Klára co-hosts events with Daniel’s support group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2BE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groups and community groups cross-pollinate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Many paths. The community is the product.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Insight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463040"/>
          </a:xfrm>
          <a:prstGeom prst="rect">
            <a:avLst/>
          </a:prstGeom>
          <a:solidFill>
            <a:srgbClr val="E0F2F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3444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0A5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fences make good neighbors.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0A5C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booking system protects the friendship.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neighbors become friends through their dogs, informal care naturally follows. But informal favors are hard to keep balanced.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474720"/>
            <a:ext cx="3794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3474720"/>
            <a:ext cx="3794760" cy="32004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474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Doggo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offer money? Will they be offended?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watched my dog three times, I only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theirs once. Do I owe them?"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3474720"/>
            <a:ext cx="37947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3474720"/>
            <a:ext cx="379476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3474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Doggo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38862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"Sarah lives two streets over. She already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my dog. Rates are posted. I book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i="1" dirty="0">
                <a:solidFill>
                  <a:srgbClr val="0A5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app. Nobody’s keeping score."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dog’s neighborhood crew.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at the park. Build trust over walks.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care from people who already know your dog.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887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90,000+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8872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 in Prague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490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74904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Czech households own a dog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309360" y="4114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community platforms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Doggo — User Journeys</dc:title>
  <dc:subject>PptxGenJS Presentation</dc:subject>
  <dc:creator>Doggo</dc:creator>
  <cp:lastModifiedBy>Doggo</cp:lastModifiedBy>
  <cp:revision>1</cp:revision>
  <dcterms:created xsi:type="dcterms:W3CDTF">2026-04-04T06:48:45Z</dcterms:created>
  <dcterms:modified xsi:type="dcterms:W3CDTF">2026-04-04T06:48:45Z</dcterms:modified>
</cp:coreProperties>
</file>