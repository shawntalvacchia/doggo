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2C5F3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4A9B6E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645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DOGGO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731520" y="2651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4A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dog's neighbourhood crew.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31520" y="3383280"/>
            <a:ext cx="1371600" cy="0"/>
          </a:xfrm>
          <a:prstGeom prst="line">
            <a:avLst/>
          </a:prstGeom>
          <a:noFill/>
          <a:ln w="25400">
            <a:solidFill>
              <a:srgbClr val="4A9B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Vision  ·  Prague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4160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builds trust. Trust enables care.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Dogs need more than most owners can give them alone.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walks, more friends, more socialization, more exercise. Owners know this — they feel it every time they skip the evening walk. The result: under-stimulated dogs and quiet guilt.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60604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31720"/>
            <a:ext cx="2606040" cy="54864"/>
          </a:xfrm>
          <a:prstGeom prst="rect">
            <a:avLst/>
          </a:prstGeom>
          <a:solidFill>
            <a:srgbClr val="C85A4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14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 Platforms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Rover, Care.com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transactions between strangers. Trust is manufactured through reviews. No community. No reason for your dog to get more care.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2331720"/>
            <a:ext cx="260604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2331720"/>
            <a:ext cx="2606040" cy="54864"/>
          </a:xfrm>
          <a:prstGeom prst="rect">
            <a:avLst/>
          </a:prstGeom>
          <a:solidFill>
            <a:srgbClr val="C85A44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514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Groups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1880" y="27889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Facebook, Meetup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1880" y="30632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and noisy. No privacy controls. No path from "same park" to "I trust you with my dog." Community leads nowhere.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331720"/>
            <a:ext cx="260604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2331720"/>
            <a:ext cx="2606040" cy="54864"/>
          </a:xfrm>
          <a:prstGeom prst="rect">
            <a:avLst/>
          </a:prstGeom>
          <a:solidFill>
            <a:srgbClr val="C85A4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514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 of Mouth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27889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Friends, neighbours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30632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until favors pile up, expectations diverge, and money poisons the friendship. Doesn't scale past 2-3 people.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isn't just trust. It's that nothing today motivates owners to give their dogs a bigger, richer life.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DOGGO THESIS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creates more providers and more care than any pure marketplace.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Dogs are the most natural social connector in a city. Owners already meet at parks, recognize faces, build routines. Doggo gives that structure — and a reason to do more of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606040" cy="1783080"/>
          </a:xfrm>
          <a:prstGeom prst="rect">
            <a:avLst/>
          </a:prstGeom>
          <a:solidFill>
            <a:srgbClr val="2C5F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860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up at the park. Your dog makes friends. You make friends. More exercise, more socialization, a better daily routine.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2834640"/>
            <a:ext cx="228600" cy="228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29000" y="2148840"/>
            <a:ext cx="2606040" cy="1783080"/>
          </a:xfrm>
          <a:prstGeom prst="rect">
            <a:avLst/>
          </a:prstGeom>
          <a:solidFill>
            <a:srgbClr val="1B3A2D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28600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02336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3611880" y="274320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relationships through repeated contact. You know the person, you know their dog. Not algorithms. Not reviews.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2834640"/>
            <a:ext cx="228600" cy="2286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217920" y="2148840"/>
            <a:ext cx="2606040" cy="1783080"/>
          </a:xfrm>
          <a:prstGeom prst="rect">
            <a:avLst/>
          </a:prstGeom>
          <a:solidFill>
            <a:srgbClr val="1A2E1A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286000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81228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6400800" y="274320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people you already know. Clear rates, no favors. Your dog gets more care because the trust was already there.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640080" y="4160520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640080" y="4160520"/>
            <a:ext cx="64008" cy="868680"/>
          </a:xfrm>
          <a:prstGeom prst="rect">
            <a:avLst/>
          </a:prstGeom>
          <a:solidFill>
            <a:srgbClr val="D4A76A"/>
          </a:solidFill>
          <a:ln/>
        </p:spPr>
      </p:sp>
      <p:sp>
        <p:nvSpPr>
          <p:cNvPr id="21" name="Text 14"/>
          <p:cNvSpPr/>
          <p:nvPr/>
        </p:nvSpPr>
        <p:spPr>
          <a:xfrm>
            <a:off x="914400" y="420624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beats a marketplace:  </a:t>
            </a:r>
            <a:pPr indent="0" marL="0">
              <a:buNone/>
            </a:pPr>
            <a:r>
              <a:rPr lang="en-US" sz="110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Rover, you're a stranger with a listing. On Doggo, you joined a park walk, connected with regulars, and started picking up a second dog on your afternoon route. The path from "dog owner" to "earning money with dogs" is natural — and that path doesn't exist anywhere else.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Groups are the connective tissue. Every user enters through one of three doors.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6060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E8F0E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331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Your Park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 ·  Open  ·  Auto-generated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" y="297180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groups for every major dog park. Open, no admin needed. Any member can post a walk. Early groups are seeded with scheduled walks from community hosts who anchor the rhythm.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29000" y="1508760"/>
            <a:ext cx="26060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11880" y="1691640"/>
            <a:ext cx="502920" cy="502920"/>
          </a:xfrm>
          <a:prstGeom prst="ellipse">
            <a:avLst/>
          </a:prstGeom>
          <a:solidFill>
            <a:srgbClr val="E8F0E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7830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2331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Your People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11880" y="26517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Small-Medium  ·  Private  ·  User-created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611880" y="297180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circles, breed groups, activity crews. Small, trusted, high-utility. Where mutual aid lives.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17920" y="1508760"/>
            <a:ext cx="26060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E8F0E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8308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800" y="2331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Your Help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00800" y="26517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·  Open or Private  ·  Provider-created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400800" y="297180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Provider-run groups with booking CTAs on meets. Your walker's schedule, your trainer's sessions. Community-wrapped service.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is earned, not claimed.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relationship progresses through four states. Users control the pace at every stage.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1920240" cy="54864"/>
          </a:xfrm>
          <a:prstGeom prst="rect">
            <a:avLst/>
          </a:prstGeom>
          <a:solidFill>
            <a:srgbClr val="6B8A6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8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Default. Name, photo, dog, neighbourhood. No contact.</a:t>
            </a:r>
            <a:endParaRPr lang="en-US" sz="10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8608" y="2331720"/>
            <a:ext cx="182880" cy="182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743200" y="178308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0" y="1783080"/>
            <a:ext cx="1920240" cy="54864"/>
          </a:xfrm>
          <a:prstGeom prst="rect">
            <a:avLst/>
          </a:prstGeom>
          <a:solidFill>
            <a:srgbClr val="D4A76A"/>
          </a:solidFill>
          <a:ln/>
        </p:spPr>
      </p:sp>
      <p:sp>
        <p:nvSpPr>
          <p:cNvPr id="12" name="Text 9"/>
          <p:cNvSpPr/>
          <p:nvPr/>
        </p:nvSpPr>
        <p:spPr>
          <a:xfrm>
            <a:off x="288036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7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FAMILIAR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880360" y="22860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One-sided. You choose who gets expanded visibility.</a:t>
            </a:r>
            <a:endParaRPr lang="en-US" sz="10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33172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846320" y="178308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46320" y="1783080"/>
            <a:ext cx="1920240" cy="54864"/>
          </a:xfrm>
          <a:prstGeom prst="rect">
            <a:avLst/>
          </a:prstGeom>
          <a:solidFill>
            <a:srgbClr val="4A9B6E"/>
          </a:solidFill>
          <a:ln/>
        </p:spPr>
      </p:sp>
      <p:sp>
        <p:nvSpPr>
          <p:cNvPr id="17" name="Text 13"/>
          <p:cNvSpPr/>
          <p:nvPr/>
        </p:nvSpPr>
        <p:spPr>
          <a:xfrm>
            <a:off x="498348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PENDING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983480" y="22860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request sent. Awaiting acceptance.</a:t>
            </a:r>
            <a:endParaRPr lang="en-US" sz="10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2331720"/>
            <a:ext cx="182880" cy="18288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949440" y="178308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49440" y="1783080"/>
            <a:ext cx="1920240" cy="54864"/>
          </a:xfrm>
          <a:prstGeom prst="rect">
            <a:avLst/>
          </a:prstGeom>
          <a:solidFill>
            <a:srgbClr val="2C5F3F"/>
          </a:solidFill>
          <a:ln/>
        </p:spPr>
      </p:sp>
      <p:sp>
        <p:nvSpPr>
          <p:cNvPr id="22" name="Text 17"/>
          <p:cNvSpPr/>
          <p:nvPr/>
        </p:nvSpPr>
        <p:spPr>
          <a:xfrm>
            <a:off x="708660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CONNECTED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7086600" y="22860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Mutual. Full profiles. Direct messaging. Care CTAs visible.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40080" y="356616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0080" y="3566160"/>
            <a:ext cx="64008" cy="1188720"/>
          </a:xfrm>
          <a:prstGeom prst="rect">
            <a:avLst/>
          </a:prstGeom>
          <a:solidFill>
            <a:srgbClr val="4A9B6E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4904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2588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Cautious Path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325880" y="39776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profile. Attends meets. Selectively marks Familiar. Builds network at their own pace. May never go Open.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754880" y="356616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754880" y="3566160"/>
            <a:ext cx="64008" cy="1188720"/>
          </a:xfrm>
          <a:prstGeom prst="rect">
            <a:avLst/>
          </a:prstGeom>
          <a:solidFill>
            <a:srgbClr val="4A9B6E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749040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44068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Social Path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5440680" y="39776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from day one. Broadly discoverable. Receives message requests. Connects quickly. Both paths lead to trusted relationships.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that enables community.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of content passes through two independent gates. If either fails, the content is hidden.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8404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3840480" cy="54864"/>
          </a:xfrm>
          <a:prstGeom prst="rect">
            <a:avLst/>
          </a:prstGeom>
          <a:solidFill>
            <a:srgbClr val="4A9B6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 1: Context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allowed to see content from this origin?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6517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 → See group content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attendee → See meet photos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group → Anyone can browse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group → Members only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783080"/>
            <a:ext cx="38404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783080"/>
            <a:ext cx="3840480" cy="54864"/>
          </a:xfrm>
          <a:prstGeom prst="rect">
            <a:avLst/>
          </a:prstGeom>
          <a:solidFill>
            <a:srgbClr val="2C5F3F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 2: Relationship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83480" y="2286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connection with the author permit visibility?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26517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→ Full profile access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→ Expanded view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profile → Anyone sees content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+ None → Basic info only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480560"/>
            <a:ext cx="7863840" cy="502920"/>
          </a:xfrm>
          <a:prstGeom prst="rect">
            <a:avLst/>
          </a:prstGeom>
          <a:solidFill>
            <a:srgbClr val="E8F0E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48056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C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never expand audience. A tag is metadata for people who can already see the content — not a door to new viewers.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fences make good neighbors.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booking system protects the friendship.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neighbours become friends through their dogs, informal care follows. But informal favors are hard to keep balanced — and the awkwardness of raising that can poison the friendship.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3840480" cy="1645920"/>
          </a:xfrm>
          <a:prstGeom prst="rect">
            <a:avLst/>
          </a:prstGeom>
          <a:solidFill>
            <a:srgbClr val="2C5F3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80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7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Doggo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"Should I offer money? Will they be offended? They watched my dog three times — I only watched theirs once. Do I owe them?"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2788920"/>
            <a:ext cx="3840480" cy="1645920"/>
          </a:xfrm>
          <a:prstGeom prst="rect">
            <a:avLst/>
          </a:prstGeom>
          <a:solidFill>
            <a:srgbClr val="4A9B6E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2880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Doggo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324612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"Sarah lives two streets over. She already knows my dog. Rates are posted. I book through the app. Nobody's keeping score."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4A7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 trust each other more because the arrangement is clear, not less."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Tereza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Owner → Connector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dial: Zero → barely turned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057400"/>
            <a:ext cx="365760" cy="365760"/>
          </a:xfrm>
          <a:prstGeom prst="ellipse">
            <a:avLst/>
          </a:prstGeom>
          <a:solidFill>
            <a:srgbClr val="4A9B6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a regular walk nearby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9260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"Riegrovy Sady Dog Walks" park group. Shows up to a Thursday walk. Marks two attendees as Familiar.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0" y="192024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80360" y="2057400"/>
            <a:ext cx="365760" cy="365760"/>
          </a:xfrm>
          <a:prstGeom prst="ellipse">
            <a:avLst/>
          </a:prstGeom>
          <a:solidFill>
            <a:srgbClr val="4A9B6E"/>
          </a:solidFill>
          <a:ln/>
        </p:spPr>
      </p:sp>
      <p:sp>
        <p:nvSpPr>
          <p:cNvPr id="13" name="Text 11"/>
          <p:cNvSpPr/>
          <p:nvPr/>
        </p:nvSpPr>
        <p:spPr>
          <a:xfrm>
            <a:off x="288036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8036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 a smaller crew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29260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private group — "Vinohrady Evening Walkers" — invites five people from the park.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192024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83480" y="2057400"/>
            <a:ext cx="365760" cy="365760"/>
          </a:xfrm>
          <a:prstGeom prst="ellipse">
            <a:avLst/>
          </a:prstGeom>
          <a:solidFill>
            <a:srgbClr val="4A9B6E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 a neighbor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29260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grows to eight. Marek goes away — Tereza watches his dog. She becomes the default backup.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49440" y="192024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86600" y="2057400"/>
            <a:ext cx="365760" cy="365760"/>
          </a:xfrm>
          <a:prstGeom prst="ellipse">
            <a:avLst/>
          </a:prstGeom>
          <a:solidFill>
            <a:srgbClr val="4A9B6E"/>
          </a:solidFill>
          <a:ln/>
        </p:spPr>
      </p:sp>
      <p:sp>
        <p:nvSpPr>
          <p:cNvPr id="23" name="Text 21"/>
          <p:cNvSpPr/>
          <p:nvPr/>
        </p:nvSpPr>
        <p:spPr>
          <a:xfrm>
            <a:off x="708660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8660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it fair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86600" y="29260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dog sitting with a modest rate. Not for income — a posted rate makes expectations clear.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4343400"/>
            <a:ext cx="7863840" cy="640080"/>
          </a:xfrm>
          <a:prstGeom prst="rect">
            <a:avLst/>
          </a:prstGeom>
          <a:solidFill>
            <a:srgbClr val="E8F0E8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434340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C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group → neighbourhood group → casual care. The platform didn't push her to become a provider. The social dynamics did.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Daniel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Occasional-Need → Regular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dial: Zero (stays there)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057400"/>
            <a:ext cx="365760" cy="365760"/>
          </a:xfrm>
          <a:prstGeom prst="ellipse">
            <a:avLst/>
          </a:prstGeom>
          <a:solidFill>
            <a:srgbClr val="4A9B6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safe socialization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9260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groups feel too chaotic. Finds "Prague Reactive Dog Support" — a private interest group.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0" y="192024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80360" y="2057400"/>
            <a:ext cx="365760" cy="365760"/>
          </a:xfrm>
          <a:prstGeom prst="ellipse">
            <a:avLst/>
          </a:prstGeom>
          <a:solidFill>
            <a:srgbClr val="4A9B6E"/>
          </a:solidFill>
          <a:ln/>
        </p:spPr>
      </p:sp>
      <p:sp>
        <p:nvSpPr>
          <p:cNvPr id="13" name="Text 11"/>
          <p:cNvSpPr/>
          <p:nvPr/>
        </p:nvSpPr>
        <p:spPr>
          <a:xfrm>
            <a:off x="288036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8036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 before committing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29260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Lurks for two weeks. Sees photos from a small, calm meet — four dogs. Signs up. Marks two as Familiar.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192024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83480" y="2057400"/>
            <a:ext cx="365760" cy="365760"/>
          </a:xfrm>
          <a:prstGeom prst="ellipse">
            <a:avLst/>
          </a:prstGeom>
          <a:solidFill>
            <a:srgbClr val="4A9B6E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support network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29260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Attends bi-weekly meets. Connects with three members. Shares photos to the group (never his profile — Locked).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49440" y="192024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86600" y="2057400"/>
            <a:ext cx="365760" cy="365760"/>
          </a:xfrm>
          <a:prstGeom prst="ellipse">
            <a:avLst/>
          </a:prstGeom>
          <a:solidFill>
            <a:srgbClr val="4A9B6E"/>
          </a:solidFill>
          <a:ln/>
        </p:spPr>
      </p:sp>
      <p:sp>
        <p:nvSpPr>
          <p:cNvPr id="23" name="Text 21"/>
          <p:cNvSpPr/>
          <p:nvPr/>
        </p:nvSpPr>
        <p:spPr>
          <a:xfrm>
            <a:off x="708660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8660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trusted help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86600" y="29260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Connected friend, Klára, is a trainer. Joins her service group. Books a session. Trust was already built.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4343400"/>
            <a:ext cx="7863840" cy="640080"/>
          </a:xfrm>
          <a:prstGeom prst="rect">
            <a:avLst/>
          </a:prstGeom>
          <a:solidFill>
            <a:srgbClr val="E8F0E8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434340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C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group → trust → care booking. He never used a park group. His entire experience was built around a specific need.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Klára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Provider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dial: High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057400"/>
            <a:ext cx="365760" cy="365760"/>
          </a:xfrm>
          <a:prstGeom prst="ellipse">
            <a:avLst/>
          </a:prstGeom>
          <a:solidFill>
            <a:srgbClr val="4A9B6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 service channel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9260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 open service group with training meets — 4 spots, 350 Kč, booking CTA. Also joins a park group as a regular owner.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0" y="192024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80360" y="2057400"/>
            <a:ext cx="365760" cy="365760"/>
          </a:xfrm>
          <a:prstGeom prst="ellipse">
            <a:avLst/>
          </a:prstGeom>
          <a:solidFill>
            <a:srgbClr val="4A9B6E"/>
          </a:solidFill>
          <a:ln/>
        </p:spPr>
      </p:sp>
      <p:sp>
        <p:nvSpPr>
          <p:cNvPr id="13" name="Text 11"/>
          <p:cNvSpPr/>
          <p:nvPr/>
        </p:nvSpPr>
        <p:spPr>
          <a:xfrm>
            <a:off x="288036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8036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Organic discovery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29260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park group regulars connect. They see her services on her profile. Two join her service group and book.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192024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83480" y="2057400"/>
            <a:ext cx="365760" cy="365760"/>
          </a:xfrm>
          <a:prstGeom prst="ellipse">
            <a:avLst/>
          </a:prstGeom>
          <a:solidFill>
            <a:srgbClr val="4A9B6E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proof through content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29260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members, two sessions a week. Members share real photos from training. New visitors see the value.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49440" y="192024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86600" y="2057400"/>
            <a:ext cx="365760" cy="365760"/>
          </a:xfrm>
          <a:prstGeom prst="ellipse">
            <a:avLst/>
          </a:prstGeom>
          <a:solidFill>
            <a:srgbClr val="4A9B6E"/>
          </a:solidFill>
          <a:ln/>
        </p:spPr>
      </p:sp>
      <p:sp>
        <p:nvSpPr>
          <p:cNvPr id="23" name="Text 21"/>
          <p:cNvSpPr/>
          <p:nvPr/>
        </p:nvSpPr>
        <p:spPr>
          <a:xfrm>
            <a:off x="708660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8660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the practice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86600" y="29260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dog walking, hires an assistant, creates a second service group. Groups are her primary client channel.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4343400"/>
            <a:ext cx="7863840" cy="640080"/>
          </a:xfrm>
          <a:prstGeom prst="rect">
            <a:avLst/>
          </a:prstGeom>
          <a:solidFill>
            <a:srgbClr val="E8F0E8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434340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C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groups as community-wrapped business. The booking CTAs are commerce — but the meets, photos, and relationships are real.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JOURNEYS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experiences of the same platform.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8404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64008" cy="1234440"/>
          </a:xfrm>
          <a:prstGeom prst="rect">
            <a:avLst/>
          </a:prstGeom>
          <a:solidFill>
            <a:srgbClr val="4A9B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00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Daniel books Klára's training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25880" y="1965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built in a shared interest group leads to a care booking.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463040"/>
            <a:ext cx="38404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463040"/>
            <a:ext cx="64008" cy="1234440"/>
          </a:xfrm>
          <a:prstGeom prst="rect">
            <a:avLst/>
          </a:prstGeom>
          <a:solidFill>
            <a:srgbClr val="4A9B6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459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600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Tereza's group becomes a care network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40680" y="1965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walks create the trust base. The booking system keeps it sustainable.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2971800"/>
            <a:ext cx="38404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2971800"/>
            <a:ext cx="64008" cy="1234440"/>
          </a:xfrm>
          <a:prstGeom prst="rect">
            <a:avLst/>
          </a:prstGeom>
          <a:solidFill>
            <a:srgbClr val="4A9B6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1546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Klára co-hosts with Daniel's group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325880" y="3474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groups and community groups cross-pollinate organically.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2971800"/>
            <a:ext cx="38404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971800"/>
            <a:ext cx="64008" cy="1234440"/>
          </a:xfrm>
          <a:prstGeom prst="rect">
            <a:avLst/>
          </a:prstGeom>
          <a:solidFill>
            <a:srgbClr val="4A9B6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1546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start from the same platform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40680" y="3474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groups are the common entry point. Different needs, same community infrastructure.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C5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Many paths. The community is the product.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Doggo makes money.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comes from platform-mediated care between people who already trust each other.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60604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2606040" cy="640080"/>
          </a:xfrm>
          <a:prstGeom prst="rect">
            <a:avLst/>
          </a:prstGeom>
          <a:solidFill>
            <a:srgbClr val="4A9B6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0195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8872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Transaction Fee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26060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 on bookings between connected users. Works because community built the trust. Clear records, cancellation handling, payment without the awkward.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29000" y="1783080"/>
            <a:ext cx="260604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29000" y="1783080"/>
            <a:ext cx="2606040" cy="640080"/>
          </a:xfrm>
          <a:prstGeom prst="rect">
            <a:avLst/>
          </a:prstGeom>
          <a:solidFill>
            <a:srgbClr val="2C5F3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90195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776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SUPPLEMENTAL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97764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Profiles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611880" y="26060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directory for local pet businesses — vets, groomers, shops. Community-embedded listings, not ads. Enhanced visibility for paid tier.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217920" y="1783080"/>
            <a:ext cx="260604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1783080"/>
            <a:ext cx="2606040" cy="640080"/>
          </a:xfrm>
          <a:prstGeom prst="rect">
            <a:avLst/>
          </a:prstGeom>
          <a:solidFill>
            <a:srgbClr val="1B3A2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0195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6656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76656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Features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400800" y="26060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group tools, expanded gallery, priority visibility. Later and careful. Community features remain free — no paywalls on core social.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solidFill>
            <a:srgbClr val="E8F0E8"/>
          </a:solidFill>
          <a:ln/>
        </p:spPr>
      </p:sp>
      <p:sp>
        <p:nvSpPr>
          <p:cNvPr id="24" name="Text 19"/>
          <p:cNvSpPr/>
          <p:nvPr/>
        </p:nvSpPr>
        <p:spPr>
          <a:xfrm>
            <a:off x="868680" y="45720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C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on-platform? Clear records. Cancellation handling. Care history. Payment without the social awkwardness.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C5F3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4A9B6E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dog's neighbourhood crew.</a:t>
            </a:r>
            <a:endParaRPr lang="en-US" sz="2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508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loneliness is rising — but dog owners have a built-in icebreaker they use every day. The social infrastructure just doesn't exist yet.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1031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and hybrid work means more flexible schedules, more midday walks, more availability to provide and use casual care.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697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humanization is accelerating — owners are spending more, expecting more, and thinking about their dog's social life in new ways.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3756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97280" y="3291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Prague: a dense, walkable city with strong park culture, high dog ownership, and zero platforms connecting any of it.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640080" y="3977640"/>
            <a:ext cx="7863840" cy="54864"/>
          </a:xfrm>
          <a:prstGeom prst="rect">
            <a:avLst/>
          </a:prstGeom>
          <a:solidFill>
            <a:srgbClr val="4A9B6E">
              <a:alpha val="50000"/>
            </a:srgbClr>
          </a:solidFill>
          <a:ln/>
        </p:spPr>
      </p:sp>
      <p:sp>
        <p:nvSpPr>
          <p:cNvPr id="15" name="Text 9"/>
          <p:cNvSpPr/>
          <p:nvPr/>
        </p:nvSpPr>
        <p:spPr>
          <a:xfrm>
            <a:off x="640080" y="4206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7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90,000+</a:t>
            </a:r>
            <a:endParaRPr lang="en-US" sz="3200" dirty="0"/>
          </a:p>
        </p:txBody>
      </p:sp>
      <p:sp>
        <p:nvSpPr>
          <p:cNvPr id="16" name="Text 10"/>
          <p:cNvSpPr/>
          <p:nvPr/>
        </p:nvSpPr>
        <p:spPr>
          <a:xfrm>
            <a:off x="640080" y="4617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dogs in Prague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3429000" y="4206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7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</a:t>
            </a:r>
            <a:endParaRPr lang="en-US" sz="3200" dirty="0"/>
          </a:p>
        </p:txBody>
      </p:sp>
      <p:sp>
        <p:nvSpPr>
          <p:cNvPr id="18" name="Text 12"/>
          <p:cNvSpPr/>
          <p:nvPr/>
        </p:nvSpPr>
        <p:spPr>
          <a:xfrm>
            <a:off x="3429000" y="4617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Czech households own a dog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217920" y="4206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7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200" dirty="0"/>
          </a:p>
        </p:txBody>
      </p:sp>
      <p:sp>
        <p:nvSpPr>
          <p:cNvPr id="20" name="Text 14"/>
          <p:cNvSpPr/>
          <p:nvPr/>
        </p:nvSpPr>
        <p:spPr>
          <a:xfrm>
            <a:off x="6217920" y="4617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community platforms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Doggo — Product Vision</dc:title>
  <dc:subject>PptxGenJS Presentation</dc:subject>
  <dc:creator>Doggo</dc:creator>
  <cp:lastModifiedBy>Doggo</cp:lastModifiedBy>
  <cp:revision>1</cp:revision>
  <dcterms:created xsi:type="dcterms:W3CDTF">2026-04-05T10:13:51Z</dcterms:created>
  <dcterms:modified xsi:type="dcterms:W3CDTF">2026-04-05T10:13:51Z</dcterms:modified>
</cp:coreProperties>
</file>